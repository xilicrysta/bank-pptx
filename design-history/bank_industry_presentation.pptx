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spcBef>
                <a:spcPts val="4000"/>
              </a:spcBef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銀行の歴史（欧州の起源と近代制度）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・中世の両替商や、1694年のイングランド銀行設立が近代銀行の礎に。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日本銀行の設立（1882年）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・松方デフレを経て、通貨の番人としての中央銀行が誕生。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第一国立銀行（1873年）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・渋沢栄一により設立された日本初の民間銀行。殖産興業を支えた。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高度経済成長期（1950s-70s）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・旺盛な設備投資を支え、日本を世界第2位の経済大国へ導いた。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バブル崩壊と「失われた30年」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・1990年前後の狂奔と破綻。大規模な金融再編によりメガバンクが誕生。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デジタル変革（2000s-現代）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・インターネットバンキングの普及と、決済の脱銀行化が進展。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為替業務：現金を運ばず、安全、迅速に決済を完了させる。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・預金と貸出を繰り返すことで、世の日の中の通貨量を増大させる。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・経済を膨らませ、社会の成長を加速させる独自の機能。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