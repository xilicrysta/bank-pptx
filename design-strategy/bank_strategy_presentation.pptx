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Section 01: 1. 銀行の歴史（合併・再編）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Section 02: 2. 銀行の新たなビジネスモデル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Section 03: 3. 銀行業界の現状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Section 04: 4. 競合・新たな脅威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Section 05: 5.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7" name="Right Brace 6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41148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0000"/>
                </a:solidFill>
              </a:defRPr>
            </a:pPr>
            <a:r>
              <a:t>★預金は「預かりもの」</a:t>
            </a:r>
            <a:br/>
            <a:r>
              <a:t>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異業種参入：Embedded Finance（組み込み金融）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『銀行に行く』という行為の消失。あらゆるサービスに金融が溶け込む。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スターバックスやAppleが、実質的な金融機能を提供。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伝統的銀行から顧客（データと接点）が奪われる『中抜き』の発生。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BaaSやEmbedded Financeにより、銀行の境界線が曖昧になっている。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