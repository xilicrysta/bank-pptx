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EFEFE"/>
                </a:solidFill>
                <a:latin typeface="Hiragino Sans"/>
              </a:defRPr>
            </a:pPr>
            <a:r>
              <a:t>銀行業界の基礎知識</a:t>
            </a:r>
          </a:p>
          <a:p>
            <a:pPr>
              <a:defRPr sz="2000">
                <a:solidFill>
                  <a:srgbClr val="E6D0A4"/>
                </a:solidFill>
                <a:latin typeface="Hiragino Sans"/>
              </a:defRPr>
            </a:pPr>
            <a:r>
              <a:t>〜 経済の心臓が刻む、信頼と変革の物語 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914400" cy="9144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本日の目次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銀行の本質的役割と定義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銀行の歴史：中世から現代までの変遷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銀行の種類：役割に応じた多様なプレイヤー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3大業務と銀行収益の仕組み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業界を取り巻く現状と直面する課題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未来への展望：DXと新たな金融の形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銀行の本質的役割と定義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1. 銀行の本質的役割と定義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金融（資金の融通）のプロフェッショナル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・お金が余っている人から、足りない人へ橋渡しを行う。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間接金融の中核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・預金者と借入者の間に銀行が立ち、リスクを負って資金を回す仕組み。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「心臓」としての役割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・お金を血液に見立て、社会の隅々へ送り出すライフライン。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銀行の歴史：中世から現代までの変遷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2. 銀行の歴史：中世から現代までの変遷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ヨーロッパの起源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・中世、金細工師（ゴールドスミス）が金を預かった「預かり証」が紙幣の原型に。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・利息を取ることが禁忌とされていた時代、ユダヤ人が金融の先駆者となった。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信頼のシステム化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・個人の信用から、組織・制度としての信用への転換。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2. 銀行の歴史（日本における成立）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日本銀行の設立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・1882年（明治15年）、中央銀行として日本銀行が誕生。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・インフレの抑制と通貨価値の安定という重大な使命。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殖産興業と金融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・明治の近代化政策を支えるため、多くの国立銀行（後の民間銀行）も設立された。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2. 銀行の歴史（高度成長〜平成再編）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高度経済成長期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・長期信用銀行（長銀）などが設備投資を支え、奇跡の成長を支えた。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バブルの狂奔と崩壊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・过剰融資による不良債権問題。長銀や住専の破綻と国有化。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平成から令和へ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・金融ビッグバンを経て、大規模な合併（メガバンク誕生）へ。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・異業種参入と持ち株会社制の解禁。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銀行の種類：役割に応じた多様なプレイヤー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3. 銀行の種類：役割に応じた多様なプレイヤー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日本銀行（中央銀行）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・「銀行の銀行」「政府の銀行」「発券銀行」。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都市銀行（メガバンク）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・三菱UFJ、三井住友、みずほ. 巨大な資本力で国・世界を支える。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地方銀行・第二地銀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・「地域密着」。地元企業との信頼関係（リレーションシップ）が命。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3. 銀行の種類（デジタル・専門特化）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ネット銀行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・楽天、住信SBIなど。店舗を持たず利便性と低コストを追求。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信託銀行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・遺言、不動産、年金など「管理」をコアとする専門性。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信用金庫・信用組合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・地域の相互扶助。利益より地域貢献を優先する非営利組織。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3大業務と銀行収益の仕組み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4. 3大業務と銀行収益の仕組み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1. 預金業務：大切な資産を安全に預かる。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2. 貸出業務：成長を望む企業や個人へ資金を貸し付ける。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・証書貸付、手形割引など。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3. 為替業務：現金を運ばず、安全・迅速に決済を完了させる。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4. 収益の源泉：利ざやと信用創造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「利ざや」の仕組み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・貸出金利（受取）と預金利息（支払）の差額こそが利益。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信用創造機能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・預金と貸出を繰り返すことで、世の中の通貨量を増大させる。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・支払準備制度により安全性を担保しつつ、経済を膨らませる機能。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業界を取り巻く現状と直面する課題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5. 業界を取り巻く現状と直面する課題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超低金利環境の長期化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・利ざやの縮小により、旧来の預貸モデルの限界が露呈。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プラットフォーマーとの競争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・PayPayや楽天ポイントなど、銀行を通さない経済圏の拡大。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顧客喪失への危機感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・「銀行は必要だが、銀行員はいらなくなる？」という問い。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EFEFE"/>
                </a:solidFill>
                <a:latin typeface="Hiragino Sans"/>
              </a:defRPr>
            </a:pPr>
            <a:r>
              <a:t>未来への展望：DXと新たな金融の形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6. 未来への展望：DXと新たな金融の形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バンキング・アズ・ア・サービス(BaaS)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・金融機能をパーツとして他業種に提供するプラットフォーム化。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融合するテクノロジー：Olive、デジタル通貨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・銀行口座と決済アプリの完全統合。さらにCBDC（デジタル円）の可能性。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■ コンサルタントへの進化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・「金貸し」から、顧客の経営課題を解決するパートナーへ。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まとめ：信頼を基盤に、未来を創る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・銀行は社会の「心臓」であり、血液（資金）を循環させる責務がある。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・伝統的なモデルからの脱却と、デジタルとの融合が不可避である。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・「信頼」という最大の無形資産を、どうテックと掛け合わせるか。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iragino Sans"/>
              </a:defRPr>
            </a:pPr>
            <a:r>
              <a:t>・本日の学びが、金融の未来を考えるきっかけになれば幸いです。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