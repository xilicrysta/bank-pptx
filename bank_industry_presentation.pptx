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0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銀行の本質的役割と定義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銀行の歴史：中世から現代までの変遷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3大業務と銀行収益の仕組み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業界を取り巻く現状と直面する課題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銀行の本質的役割と定義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銀行の本質的役割と定義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銀行の歴史：中世から現代までの変遷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銀行の歴史：中世から現代までの変遷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銀行の歴史（日本における成立）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2. 銀行の歴史（高度成長〜平成再編）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・過剰融資による不良債権問題。長銀や住専の破綻と国有化。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銀行の種類：役割に応じた多様なプレイヤー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銀行の種類：役割に応じた多様なプレイヤー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3. 銀行の種類（デジタル・専門特化）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3大業務と銀行収益の仕組み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3大業務と銀行収益の仕組み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4. 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業界を取り巻く現状と直面する課題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5. 業界を取り巻く現状と直面する課題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顧客喪失への危機感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・「銀行は必要だが、銀行員はいらなくなる？」という問い。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E6D0A4"/>
                </a:solidFill>
                <a:latin typeface="Hiragino Sans"/>
              </a:defRPr>
            </a:pPr>
            <a:r>
              <a:t>Section 06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6678" y="2926080"/>
            <a:ext cx="2438339" cy="18288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29184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FEFEFE"/>
                </a:solidFill>
                <a:latin typeface="Hiragino Sans"/>
              </a:defRPr>
            </a:pPr>
            <a:r>
              <a:t>未来への展望：DXと新たな金融の形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6. 未来への展望：DXと新たな金融の形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/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2400"/>
              </a:spcAft>
              <a:defRPr sz="22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