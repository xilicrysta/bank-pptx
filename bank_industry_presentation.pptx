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・過剰融資による不良債権問題。長銀や住専の破綻と国有化。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