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1. 銀行の本質的役割と定義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2. 銀行の歴史：中世から現代までの変遷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4. 3大業務と銀行収益の仕組み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5. 業界を取り巻く現状と直面する課題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・利息を取ることが禁忌とされていた時代、ユダヤ人が金融の先駆者となった。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信頼のシステム化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・個人の信用から、組織・制度としての信用への転換。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銀行の歴史（日本における成立）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日本銀行の設立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・1882年（明治15年）、中央銀行として日本銀行が誕生。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・明治の近代化政策を支えるため、多くの国立銀行（後の民間銀行）も設立された。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バブルの狂奔と崩壊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・过剰融資による不良債権問題。長銀や住専の破綻と国有化。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平成から令和へ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・金融ビッグバンを経て、大規模な合併（メガバンク誕生）へ。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・異業種参入と持ち株会社制の解禁。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為替業務：現金を運ばず、安全・迅速に決済を完了させる。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・支払準備制度により安全性を担保しつつ、経済を膨らませる機能。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顧客喪失への危機感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・「銀行は必要だが、銀行員はいらなくなる？」という問い。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