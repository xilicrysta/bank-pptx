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4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本日のアジェンダ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銀行の本質的役割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歴史が紡ぐ「信頼」の重み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現代の銀行プレイヤーたち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4. ビジネスモデルと収益の仕組み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5. 業界が直面する大きな課題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6. 銀行の明日：デジタルとの融合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銀行とは何か - 経済の心臓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銀行の歴史：起源と中世ヨーロッパ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日本における成立：近代化の礎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激動の現代史：成長と壊滅、そして再編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・过剰融資による不良債権問題。長銀や住専の破綻と国有化。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銀行の種類：それぞれの役割と特性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多様化するプレイヤー：デジタルへの傾斜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銀行の3大業務：社会を回す3つの柱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現状の課題：かつてない逆風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顧客喪失への危機感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・「銀行は必要だが、銀行員はいらなくなる？」という問い。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今後の展望：変革と新たな価値提供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